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71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81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DE47DB24-FAAD-4B9F-B9B9-227E0F96BFF5}" type="presOf" srcId="{B2590104-17F6-4492-8F94-5209A417C55D}" destId="{6D82BEFF-9DB5-4078-8C87-B3073D306D5B}" srcOrd="1" destOrd="0" presId="urn:microsoft.com/office/officeart/2005/8/layout/cycle2"/>
    <dgm:cxn modelId="{25328A27-996B-4FBC-BA68-E62F8C4E7C8D}" type="presOf" srcId="{948EF950-2C1A-461F-9AA4-32D7F1C7ADE6}" destId="{9AF541C2-F75A-4C7A-A2A5-0698C377D314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F1A1603F-3934-4F08-A540-723332932AE4}" type="presOf" srcId="{B40892AE-EBC2-45C7-8758-50A1C9F128B7}" destId="{AEF7C3C5-C72E-47CE-B0EE-8D6225833637}" srcOrd="1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3986C7E-6BA2-4B25-88A6-DE427F7A51E8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29E731DD-7B2E-49CB-9EFE-826F1AC15CA9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26B39C49-8AFB-44B4-A591-266C9D919E3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1|1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1|1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1|1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4|0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2|0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0|0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3|0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4|0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4|1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E418619-D6C1-41ED-B103-B3C3526E44F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1A916-C88F-4A8B-80C2-80B1485705B6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4|1</a:t>
          </a:r>
        </a:p>
      </dgm:t>
    </dgm:pt>
    <dgm:pt modelId="{4B9C241C-D1D4-44C9-A491-0992227B9EFF}" type="parTrans" cxnId="{B7F883D1-07FF-4617-9694-8B5E462C3A7D}">
      <dgm:prSet/>
      <dgm:spPr/>
      <dgm:t>
        <a:bodyPr/>
        <a:lstStyle/>
        <a:p>
          <a:endParaRPr lang="en-US"/>
        </a:p>
      </dgm:t>
    </dgm:pt>
    <dgm:pt modelId="{B40892AE-EBC2-45C7-8758-50A1C9F128B7}" type="sibTrans" cxnId="{B7F883D1-07FF-4617-9694-8B5E462C3A7D}">
      <dgm:prSet/>
      <dgm:spPr/>
      <dgm:t>
        <a:bodyPr/>
        <a:lstStyle/>
        <a:p>
          <a:endParaRPr lang="en-US"/>
        </a:p>
      </dgm:t>
    </dgm:pt>
    <dgm:pt modelId="{BDD05160-5626-4714-9E96-5FD976FDD4C9}">
      <dgm:prSet phldrT="[Text]" phldr="0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2|1</a:t>
          </a:r>
        </a:p>
      </dgm:t>
    </dgm:pt>
    <dgm:pt modelId="{948EF950-2C1A-461F-9AA4-32D7F1C7ADE6}" type="sibTrans" cxnId="{F4CB06D8-7ED0-452C-81B4-B07DA46CD0ED}">
      <dgm:prSet/>
      <dgm:spPr/>
      <dgm:t>
        <a:bodyPr/>
        <a:lstStyle/>
        <a:p>
          <a:endParaRPr lang="en-US"/>
        </a:p>
      </dgm:t>
    </dgm:pt>
    <dgm:pt modelId="{2C0FCF49-5C17-4A8D-A453-21086C904C4F}" type="parTrans" cxnId="{F4CB06D8-7ED0-452C-81B4-B07DA46CD0ED}">
      <dgm:prSet/>
      <dgm:spPr/>
      <dgm:t>
        <a:bodyPr/>
        <a:lstStyle/>
        <a:p>
          <a:endParaRPr lang="en-US"/>
        </a:p>
      </dgm:t>
    </dgm:pt>
    <dgm:pt modelId="{24784016-57A9-4C20-A04F-AC8651104752}">
      <dgm:prSet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3|1</a:t>
          </a:r>
        </a:p>
      </dgm:t>
    </dgm:pt>
    <dgm:pt modelId="{7EACFE31-477A-4FFC-8258-826443CD5BA2}" type="parTrans" cxnId="{C3B37773-C44B-40AE-9497-FC67E0C888C4}">
      <dgm:prSet/>
      <dgm:spPr/>
      <dgm:t>
        <a:bodyPr/>
        <a:lstStyle/>
        <a:p>
          <a:endParaRPr lang="en-US"/>
        </a:p>
      </dgm:t>
    </dgm:pt>
    <dgm:pt modelId="{B2590104-17F6-4492-8F94-5209A417C55D}" type="sibTrans" cxnId="{C3B37773-C44B-40AE-9497-FC67E0C888C4}">
      <dgm:prSet/>
      <dgm:spPr/>
      <dgm:t>
        <a:bodyPr/>
        <a:lstStyle/>
        <a:p>
          <a:endParaRPr lang="en-US"/>
        </a:p>
      </dgm:t>
    </dgm:pt>
    <dgm:pt modelId="{82ABA67A-49A5-4608-8A1D-A9DCD0E7BABF}" type="pres">
      <dgm:prSet presAssocID="{7E418619-D6C1-41ED-B103-B3C3526E44F0}" presName="cycle" presStyleCnt="0">
        <dgm:presLayoutVars>
          <dgm:dir/>
          <dgm:resizeHandles val="exact"/>
        </dgm:presLayoutVars>
      </dgm:prSet>
      <dgm:spPr/>
    </dgm:pt>
    <dgm:pt modelId="{D2D5F542-3192-45E8-A31E-FFAD1DE4EACE}" type="pres">
      <dgm:prSet presAssocID="{BDD05160-5626-4714-9E96-5FD976FDD4C9}" presName="node" presStyleLbl="node1" presStyleIdx="0" presStyleCnt="3">
        <dgm:presLayoutVars>
          <dgm:bulletEnabled val="1"/>
        </dgm:presLayoutVars>
      </dgm:prSet>
      <dgm:spPr/>
    </dgm:pt>
    <dgm:pt modelId="{98E60753-B6A0-42D2-99E6-0C15F3E93554}" type="pres">
      <dgm:prSet presAssocID="{948EF950-2C1A-461F-9AA4-32D7F1C7ADE6}" presName="sibTrans" presStyleLbl="sibTrans2D1" presStyleIdx="0" presStyleCnt="3"/>
      <dgm:spPr/>
    </dgm:pt>
    <dgm:pt modelId="{9AF541C2-F75A-4C7A-A2A5-0698C377D314}" type="pres">
      <dgm:prSet presAssocID="{948EF950-2C1A-461F-9AA4-32D7F1C7ADE6}" presName="connectorText" presStyleLbl="sibTrans2D1" presStyleIdx="0" presStyleCnt="3"/>
      <dgm:spPr/>
    </dgm:pt>
    <dgm:pt modelId="{41402419-FF9C-4E5A-9356-ABD9DCAFA1DD}" type="pres">
      <dgm:prSet presAssocID="{24784016-57A9-4C20-A04F-AC8651104752}" presName="node" presStyleLbl="node1" presStyleIdx="1" presStyleCnt="3">
        <dgm:presLayoutVars>
          <dgm:bulletEnabled val="1"/>
        </dgm:presLayoutVars>
      </dgm:prSet>
      <dgm:spPr/>
    </dgm:pt>
    <dgm:pt modelId="{64583FBC-5EC1-4468-BD6A-4D82DB033561}" type="pres">
      <dgm:prSet presAssocID="{B2590104-17F6-4492-8F94-5209A417C55D}" presName="sibTrans" presStyleLbl="sibTrans2D1" presStyleIdx="1" presStyleCnt="3"/>
      <dgm:spPr/>
    </dgm:pt>
    <dgm:pt modelId="{6D82BEFF-9DB5-4078-8C87-B3073D306D5B}" type="pres">
      <dgm:prSet presAssocID="{B2590104-17F6-4492-8F94-5209A417C55D}" presName="connectorText" presStyleLbl="sibTrans2D1" presStyleIdx="1" presStyleCnt="3"/>
      <dgm:spPr/>
    </dgm:pt>
    <dgm:pt modelId="{84C9D12C-1FD8-433D-A703-E939137D4F4E}" type="pres">
      <dgm:prSet presAssocID="{BB01A916-C88F-4A8B-80C2-80B1485705B6}" presName="node" presStyleLbl="node1" presStyleIdx="2" presStyleCnt="3" custRadScaleRad="101288" custRadScaleInc="-3547">
        <dgm:presLayoutVars>
          <dgm:bulletEnabled val="1"/>
        </dgm:presLayoutVars>
      </dgm:prSet>
      <dgm:spPr/>
    </dgm:pt>
    <dgm:pt modelId="{EE19ED32-D8A9-4CC6-A639-EAD7A6B6972D}" type="pres">
      <dgm:prSet presAssocID="{B40892AE-EBC2-45C7-8758-50A1C9F128B7}" presName="sibTrans" presStyleLbl="sibTrans2D1" presStyleIdx="2" presStyleCnt="3"/>
      <dgm:spPr/>
    </dgm:pt>
    <dgm:pt modelId="{AEF7C3C5-C72E-47CE-B0EE-8D6225833637}" type="pres">
      <dgm:prSet presAssocID="{B40892AE-EBC2-45C7-8758-50A1C9F128B7}" presName="connectorText" presStyleLbl="sibTrans2D1" presStyleIdx="2" presStyleCnt="3"/>
      <dgm:spPr/>
    </dgm:pt>
  </dgm:ptLst>
  <dgm:cxnLst>
    <dgm:cxn modelId="{E21A7A00-9C92-4303-9AD1-5395957CC3B3}" type="presOf" srcId="{B40892AE-EBC2-45C7-8758-50A1C9F128B7}" destId="{AEF7C3C5-C72E-47CE-B0EE-8D6225833637}" srcOrd="1" destOrd="0" presId="urn:microsoft.com/office/officeart/2005/8/layout/cycle2"/>
    <dgm:cxn modelId="{83B1B307-D02A-44B4-B9C3-7D6C2EED6E29}" type="presOf" srcId="{B40892AE-EBC2-45C7-8758-50A1C9F128B7}" destId="{EE19ED32-D8A9-4CC6-A639-EAD7A6B6972D}" srcOrd="0" destOrd="0" presId="urn:microsoft.com/office/officeart/2005/8/layout/cycle2"/>
    <dgm:cxn modelId="{CF5AD216-6DC9-40CD-BF0A-EA14E03E775C}" type="presOf" srcId="{24784016-57A9-4C20-A04F-AC8651104752}" destId="{41402419-FF9C-4E5A-9356-ABD9DCAFA1DD}" srcOrd="0" destOrd="0" presId="urn:microsoft.com/office/officeart/2005/8/layout/cycle2"/>
    <dgm:cxn modelId="{44EC693B-D93F-4226-A9FA-4D64E556B514}" type="presOf" srcId="{B2590104-17F6-4492-8F94-5209A417C55D}" destId="{6D82BEFF-9DB5-4078-8C87-B3073D306D5B}" srcOrd="1" destOrd="0" presId="urn:microsoft.com/office/officeart/2005/8/layout/cycle2"/>
    <dgm:cxn modelId="{A5242C3D-2C8A-45D0-A24C-18F721DC880C}" type="presOf" srcId="{BB01A916-C88F-4A8B-80C2-80B1485705B6}" destId="{84C9D12C-1FD8-433D-A703-E939137D4F4E}" srcOrd="0" destOrd="0" presId="urn:microsoft.com/office/officeart/2005/8/layout/cycle2"/>
    <dgm:cxn modelId="{CDA35F6E-4695-4636-8C91-7A5806A6D163}" type="presOf" srcId="{B2590104-17F6-4492-8F94-5209A417C55D}" destId="{64583FBC-5EC1-4468-BD6A-4D82DB033561}" srcOrd="0" destOrd="0" presId="urn:microsoft.com/office/officeart/2005/8/layout/cycle2"/>
    <dgm:cxn modelId="{C3B37773-C44B-40AE-9497-FC67E0C888C4}" srcId="{7E418619-D6C1-41ED-B103-B3C3526E44F0}" destId="{24784016-57A9-4C20-A04F-AC8651104752}" srcOrd="1" destOrd="0" parTransId="{7EACFE31-477A-4FFC-8258-826443CD5BA2}" sibTransId="{B2590104-17F6-4492-8F94-5209A417C55D}"/>
    <dgm:cxn modelId="{7F18878C-9CEB-4FEB-9F21-CF3075B0E3DA}" type="presOf" srcId="{7E418619-D6C1-41ED-B103-B3C3526E44F0}" destId="{82ABA67A-49A5-4608-8A1D-A9DCD0E7BABF}" srcOrd="0" destOrd="0" presId="urn:microsoft.com/office/officeart/2005/8/layout/cycle2"/>
    <dgm:cxn modelId="{791A1097-2EF2-4AC7-B486-51E0643CA05C}" type="presOf" srcId="{BDD05160-5626-4714-9E96-5FD976FDD4C9}" destId="{D2D5F542-3192-45E8-A31E-FFAD1DE4EACE}" srcOrd="0" destOrd="0" presId="urn:microsoft.com/office/officeart/2005/8/layout/cycle2"/>
    <dgm:cxn modelId="{F772CDC4-75C4-4010-B823-2817996D9455}" type="presOf" srcId="{948EF950-2C1A-461F-9AA4-32D7F1C7ADE6}" destId="{9AF541C2-F75A-4C7A-A2A5-0698C377D314}" srcOrd="1" destOrd="0" presId="urn:microsoft.com/office/officeart/2005/8/layout/cycle2"/>
    <dgm:cxn modelId="{B7F883D1-07FF-4617-9694-8B5E462C3A7D}" srcId="{7E418619-D6C1-41ED-B103-B3C3526E44F0}" destId="{BB01A916-C88F-4A8B-80C2-80B1485705B6}" srcOrd="2" destOrd="0" parTransId="{4B9C241C-D1D4-44C9-A491-0992227B9EFF}" sibTransId="{B40892AE-EBC2-45C7-8758-50A1C9F128B7}"/>
    <dgm:cxn modelId="{F4CB06D8-7ED0-452C-81B4-B07DA46CD0ED}" srcId="{7E418619-D6C1-41ED-B103-B3C3526E44F0}" destId="{BDD05160-5626-4714-9E96-5FD976FDD4C9}" srcOrd="0" destOrd="0" parTransId="{2C0FCF49-5C17-4A8D-A453-21086C904C4F}" sibTransId="{948EF950-2C1A-461F-9AA4-32D7F1C7ADE6}"/>
    <dgm:cxn modelId="{92C8BBE7-024C-4406-9E77-5F831B4D108E}" type="presOf" srcId="{948EF950-2C1A-461F-9AA4-32D7F1C7ADE6}" destId="{98E60753-B6A0-42D2-99E6-0C15F3E93554}" srcOrd="0" destOrd="0" presId="urn:microsoft.com/office/officeart/2005/8/layout/cycle2"/>
    <dgm:cxn modelId="{F61550AE-5BDB-41D4-99C2-B1B5002BD503}" type="presParOf" srcId="{82ABA67A-49A5-4608-8A1D-A9DCD0E7BABF}" destId="{D2D5F542-3192-45E8-A31E-FFAD1DE4EACE}" srcOrd="0" destOrd="0" presId="urn:microsoft.com/office/officeart/2005/8/layout/cycle2"/>
    <dgm:cxn modelId="{531234C5-6DB0-4CEC-8C46-7E96DD2DD66C}" type="presParOf" srcId="{82ABA67A-49A5-4608-8A1D-A9DCD0E7BABF}" destId="{98E60753-B6A0-42D2-99E6-0C15F3E93554}" srcOrd="1" destOrd="0" presId="urn:microsoft.com/office/officeart/2005/8/layout/cycle2"/>
    <dgm:cxn modelId="{2C901841-BA72-4291-8DB9-ED7B564CB9FF}" type="presParOf" srcId="{98E60753-B6A0-42D2-99E6-0C15F3E93554}" destId="{9AF541C2-F75A-4C7A-A2A5-0698C377D314}" srcOrd="0" destOrd="0" presId="urn:microsoft.com/office/officeart/2005/8/layout/cycle2"/>
    <dgm:cxn modelId="{817212DF-8F92-4689-862C-2156D55D1A4A}" type="presParOf" srcId="{82ABA67A-49A5-4608-8A1D-A9DCD0E7BABF}" destId="{41402419-FF9C-4E5A-9356-ABD9DCAFA1DD}" srcOrd="2" destOrd="0" presId="urn:microsoft.com/office/officeart/2005/8/layout/cycle2"/>
    <dgm:cxn modelId="{80A5C086-9DA2-496F-9FB7-6AF1F2644216}" type="presParOf" srcId="{82ABA67A-49A5-4608-8A1D-A9DCD0E7BABF}" destId="{64583FBC-5EC1-4468-BD6A-4D82DB033561}" srcOrd="3" destOrd="0" presId="urn:microsoft.com/office/officeart/2005/8/layout/cycle2"/>
    <dgm:cxn modelId="{63E5C747-894B-49A0-9C11-3AC4E2F28925}" type="presParOf" srcId="{64583FBC-5EC1-4468-BD6A-4D82DB033561}" destId="{6D82BEFF-9DB5-4078-8C87-B3073D306D5B}" srcOrd="0" destOrd="0" presId="urn:microsoft.com/office/officeart/2005/8/layout/cycle2"/>
    <dgm:cxn modelId="{933B13A6-4CC8-4DCB-8EB5-4B6E666CE0D8}" type="presParOf" srcId="{82ABA67A-49A5-4608-8A1D-A9DCD0E7BABF}" destId="{84C9D12C-1FD8-433D-A703-E939137D4F4E}" srcOrd="4" destOrd="0" presId="urn:microsoft.com/office/officeart/2005/8/layout/cycle2"/>
    <dgm:cxn modelId="{A2656ABD-9866-4F97-A797-97C8451B856B}" type="presParOf" srcId="{82ABA67A-49A5-4608-8A1D-A9DCD0E7BABF}" destId="{EE19ED32-D8A9-4CC6-A639-EAD7A6B6972D}" srcOrd="5" destOrd="0" presId="urn:microsoft.com/office/officeart/2005/8/layout/cycle2"/>
    <dgm:cxn modelId="{9F01C9D5-78B2-4C4F-83D5-B43508701C09}" type="presParOf" srcId="{EE19ED32-D8A9-4CC6-A639-EAD7A6B6972D}" destId="{AEF7C3C5-C72E-47CE-B0EE-8D622583363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800000">
          <a:off x="3354252" y="3189042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0026" y="3320953"/>
        <a:ext cx="363472" cy="395734"/>
      </dsp:txXfrm>
    </dsp:sp>
    <dsp:sp modelId="{84C9D12C-1FD8-433D-A703-E939137D4F4E}">
      <dsp:nvSpPr>
        <dsp:cNvPr id="0" name=""/>
        <dsp:cNvSpPr/>
      </dsp:nvSpPr>
      <dsp:spPr>
        <a:xfrm>
          <a:off x="1155082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1441274" y="2827891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8000000">
          <a:off x="2598721" y="1931330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37665" y="2130693"/>
        <a:ext cx="363472" cy="395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800000">
          <a:off x="3354252" y="3189042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0026" y="3320953"/>
        <a:ext cx="363472" cy="395734"/>
      </dsp:txXfrm>
    </dsp:sp>
    <dsp:sp modelId="{84C9D12C-1FD8-433D-A703-E939137D4F4E}">
      <dsp:nvSpPr>
        <dsp:cNvPr id="0" name=""/>
        <dsp:cNvSpPr/>
      </dsp:nvSpPr>
      <dsp:spPr>
        <a:xfrm>
          <a:off x="1155082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1441274" y="2827891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8000000">
          <a:off x="2598721" y="1931330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37665" y="2130693"/>
        <a:ext cx="363472" cy="395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800000">
          <a:off x="3354252" y="3189042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0026" y="3320953"/>
        <a:ext cx="363472" cy="395734"/>
      </dsp:txXfrm>
    </dsp:sp>
    <dsp:sp modelId="{84C9D12C-1FD8-433D-A703-E939137D4F4E}">
      <dsp:nvSpPr>
        <dsp:cNvPr id="0" name=""/>
        <dsp:cNvSpPr/>
      </dsp:nvSpPr>
      <dsp:spPr>
        <a:xfrm>
          <a:off x="1155082" y="2541699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2|0</a:t>
          </a:r>
        </a:p>
      </dsp:txBody>
      <dsp:txXfrm>
        <a:off x="1441274" y="2827891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8000000">
          <a:off x="2598721" y="1931330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37665" y="2130693"/>
        <a:ext cx="363472" cy="395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800000">
          <a:off x="3354252" y="3189042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0026" y="3320953"/>
        <a:ext cx="363472" cy="395734"/>
      </dsp:txXfrm>
    </dsp:sp>
    <dsp:sp modelId="{84C9D12C-1FD8-433D-A703-E939137D4F4E}">
      <dsp:nvSpPr>
        <dsp:cNvPr id="0" name=""/>
        <dsp:cNvSpPr/>
      </dsp:nvSpPr>
      <dsp:spPr>
        <a:xfrm>
          <a:off x="1155082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2|0</a:t>
          </a:r>
        </a:p>
      </dsp:txBody>
      <dsp:txXfrm>
        <a:off x="1441274" y="2827891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8000000">
          <a:off x="2598721" y="1931330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37665" y="2130693"/>
        <a:ext cx="363472" cy="395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1|1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1|1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4|0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1|1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2|0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0|0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3|0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1|0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4|0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4|1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5F542-3192-45E8-A31E-FFAD1DE4EACE}">
      <dsp:nvSpPr>
        <dsp:cNvPr id="0" name=""/>
        <dsp:cNvSpPr/>
      </dsp:nvSpPr>
      <dsp:spPr>
        <a:xfrm>
          <a:off x="2622058" y="822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2|1</a:t>
          </a:r>
        </a:p>
      </dsp:txBody>
      <dsp:txXfrm>
        <a:off x="2908250" y="287014"/>
        <a:ext cx="1381858" cy="1381858"/>
      </dsp:txXfrm>
    </dsp:sp>
    <dsp:sp modelId="{98E60753-B6A0-42D2-99E6-0C15F3E93554}">
      <dsp:nvSpPr>
        <dsp:cNvPr id="0" name=""/>
        <dsp:cNvSpPr/>
      </dsp:nvSpPr>
      <dsp:spPr>
        <a:xfrm rot="3600000">
          <a:off x="4065697" y="1905877"/>
          <a:ext cx="519246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04641" y="1970336"/>
        <a:ext cx="363472" cy="395734"/>
      </dsp:txXfrm>
    </dsp:sp>
    <dsp:sp modelId="{41402419-FF9C-4E5A-9356-ABD9DCAFA1DD}">
      <dsp:nvSpPr>
        <dsp:cNvPr id="0" name=""/>
        <dsp:cNvSpPr/>
      </dsp:nvSpPr>
      <dsp:spPr>
        <a:xfrm>
          <a:off x="4089034" y="2541699"/>
          <a:ext cx="1954242" cy="1954242"/>
        </a:xfrm>
        <a:prstGeom prst="ellipse">
          <a:avLst/>
        </a:prstGeom>
        <a:solidFill>
          <a:srgbClr val="0070C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3|1</a:t>
          </a:r>
        </a:p>
      </dsp:txBody>
      <dsp:txXfrm>
        <a:off x="4375226" y="2827891"/>
        <a:ext cx="1381858" cy="1381858"/>
      </dsp:txXfrm>
    </dsp:sp>
    <dsp:sp modelId="{64583FBC-5EC1-4468-BD6A-4D82DB033561}">
      <dsp:nvSpPr>
        <dsp:cNvPr id="0" name=""/>
        <dsp:cNvSpPr/>
      </dsp:nvSpPr>
      <dsp:spPr>
        <a:xfrm rot="10799031">
          <a:off x="3364743" y="3189449"/>
          <a:ext cx="511832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10800000">
        <a:off x="3518293" y="3321338"/>
        <a:ext cx="358282" cy="395734"/>
      </dsp:txXfrm>
    </dsp:sp>
    <dsp:sp modelId="{84C9D12C-1FD8-433D-A703-E939137D4F4E}">
      <dsp:nvSpPr>
        <dsp:cNvPr id="0" name=""/>
        <dsp:cNvSpPr/>
      </dsp:nvSpPr>
      <dsp:spPr>
        <a:xfrm>
          <a:off x="1169070" y="2542522"/>
          <a:ext cx="1954242" cy="1954242"/>
        </a:xfrm>
        <a:prstGeom prst="ellipse">
          <a:avLst/>
        </a:prstGeom>
        <a:solidFill>
          <a:srgbClr val="92D050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4|1</a:t>
          </a:r>
        </a:p>
      </dsp:txBody>
      <dsp:txXfrm>
        <a:off x="1455262" y="2828714"/>
        <a:ext cx="1381858" cy="1381858"/>
      </dsp:txXfrm>
    </dsp:sp>
    <dsp:sp modelId="{EE19ED32-D8A9-4CC6-A639-EAD7A6B6972D}">
      <dsp:nvSpPr>
        <dsp:cNvPr id="0" name=""/>
        <dsp:cNvSpPr/>
      </dsp:nvSpPr>
      <dsp:spPr>
        <a:xfrm rot="17985293">
          <a:off x="2607473" y="1931692"/>
          <a:ext cx="515931" cy="659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646455" y="2130789"/>
        <a:ext cx="361152" cy="395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8CE23-AA82-4629-9A90-9BA4100D878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AED71-6D3D-412F-9701-88EEDF772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7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3619-3F00-2791-84A7-FDF53E48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3AA8F-AA00-358D-9008-D4C5152F6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1AD2D-B93E-0CAA-6ACB-46322DEC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BFB4-6107-47AD-9BE8-F269992E66D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51523-112C-04E4-1223-7FB7DD22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61028-71EB-AE05-F4C6-7422AC14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1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2BAD-999F-C4A6-6E9E-608A1A7A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81D1-3896-29C1-8F14-86673B3ED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6B34-2466-2027-6CE5-9E614D88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D8225-DC19-4C31-8F31-3238D74BAE39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8938-95EA-026D-17BC-3779EB6C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7AFB6-613C-B57B-8629-9711BA1B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B567-0311-2452-A174-0B248E2F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ACFB8-15C0-C9E4-7F41-8BFA35CF6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B7FDF-23EE-A7B0-C015-3688CFDC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17A3-3279-4F3D-AF73-129205753F39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BBE1B-1EEA-792D-FEE0-769B4E1C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CBD3-A3DB-E207-92DD-021A3718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8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C048-E9F3-3352-4E55-193039D1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8186-450C-B6B2-E11D-AA511CFB6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159A7-9465-AB68-94A2-02638E9ED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6458A-5DE8-2837-A3CD-8923A296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B106-EA11-402F-B64D-CECB418FCFB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83AFC-B253-347D-EF24-0C0AEC77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390BA-0CC9-6289-5989-DA0EFE19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378E-6FB9-F9CB-6CBC-646ADDCE0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D8B6F-8FA6-4E3E-6027-62745E262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608B4-53DB-B9B1-A031-1A67CCF68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134D1-5185-A896-4DB2-2C5B9A158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235E2-AE51-464C-F83F-0F82E81D0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D74C8-04B9-BC04-7CD6-54706BDF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59E1-6216-4A50-AEB4-9674223E86B9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4A0D3-9042-6ABD-1AC7-559C3C6F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6008F-DC1A-1370-ED96-5FB3B64E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6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0E99-724A-C08F-FC57-303FC4AC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646E2-FA87-89CC-C041-02CB8DBA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6296-D116-4BBA-84C5-F2638233D703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ABB1AF-DCF9-D179-4D49-229FC53D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5F724-7570-CAC7-8685-BDFE2A83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6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9C09A-9520-EFD0-A8E1-A57A8F2A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2D86-7DB8-4155-BD1F-B78A004D722B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FA860-4BDE-A02C-3C48-343D81C8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DF3A6-C651-ADD1-CEDB-E92189A3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7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1062-0641-318E-E8EC-6EA1DD4A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04E74-2257-D78B-5186-22B69F016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47584-460D-77F5-1A57-897AD54D5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3F9CC-D3A4-5683-CE01-02E8F206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4FCF-BBCA-4ED0-902D-1E81D57172FA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589B5-3BD7-D879-D3C7-704D0F49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8FCD2-B046-BB21-9279-841930CE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3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D9B9-8421-AD6D-C290-D0E6205E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039A7-6D28-BCE5-B8A6-D973565DB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4D597-8D72-CB25-9707-EED47536A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F6350-FDE8-2A0A-FDF9-7AFC85D3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BD32-04E5-4153-B424-1BA507BB34F6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75606-2360-993B-46BB-057FB564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90EED-46BC-872C-85E2-06D331DF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9905-49A4-FA1C-2E81-DE50737B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3E37B-AE6A-6F99-1D91-944370828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3476-73F6-1F34-88D5-D523C6DE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5C4A-6F1E-42C7-B1D8-1E975A9DC44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BB25B-005D-DE37-9F39-58DED9806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3D68-F207-59FA-38D6-F10DEF45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A232D5-2A93-E901-E167-A18C46986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E524C-EBE0-DF26-7DE9-A34604C56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12F76-DEB8-0A2D-CEF9-40D308AA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A2446-A77C-4B46-AA09-152B00353E7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AAFC0-A9DE-8C34-F3E4-18B98F799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A1D54-1C42-D626-67AE-9904236E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9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7E0C8-C8F8-91C8-3C1F-DCC74925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28F4B-A481-0C30-C18A-81612B84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B4AFC-F643-1D7E-583A-D0E77AC14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071F5-593B-4EE3-B712-D6C39755EFF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FF1B-4FF9-4F81-6C86-E1CC841F7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F4089-48F9-6A27-016C-E7090933C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28B9D-E898-48AF-BB7F-A293C4A45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D011-4D8E-2AEB-AF9A-EAE4D715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334AD9-3A5C-045F-5C6E-13B5127C0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812178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789A27-EE78-704D-51AF-4BD5CDDFC3A8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3EFC8D-6B95-B4B3-CFE8-9B72378F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1</a:t>
            </a:fld>
            <a:endParaRPr lang="en-US" sz="6600" dirty="0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585BE664-89E6-4930-4657-8FF2BCD3E991}"/>
              </a:ext>
            </a:extLst>
          </p:cNvPr>
          <p:cNvSpPr/>
          <p:nvPr/>
        </p:nvSpPr>
        <p:spPr>
          <a:xfrm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88B37-83B8-2F30-E5A9-009729F7CCC2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912954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755E6-73E1-7B9F-C7BC-29B3FBE5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D1AB1B-39EB-121D-DDC5-83CBADAB75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739936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DDF46C-6188-F28F-2809-FEFB48D5F6D7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6F9531-0357-F2BF-1ED6-37259132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2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D16F9489-5DD0-AC14-3C25-E90E06F347C7}"/>
              </a:ext>
            </a:extLst>
          </p:cNvPr>
          <p:cNvSpPr/>
          <p:nvPr/>
        </p:nvSpPr>
        <p:spPr>
          <a:xfrm rot="7366226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7DFA4-6AF1-0721-5FD2-06124484FC72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22804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AF24A-4856-444A-50BA-EAB56759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25C4B2-2419-D5BC-536E-F909535AD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457751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FBD496-4CBC-BE30-7DBD-7D39807708D8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596E17-90CB-8CF4-D998-D524532A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3</a:t>
            </a:fld>
            <a:endParaRPr lang="en-US" sz="6600" dirty="0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8717AA48-CDD4-CD35-6232-551E25187C96}"/>
              </a:ext>
            </a:extLst>
          </p:cNvPr>
          <p:cNvSpPr/>
          <p:nvPr/>
        </p:nvSpPr>
        <p:spPr>
          <a:xfrm rot="14006666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7A4CE-1C07-B29B-A9C2-A0ECFD9E4743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341264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D4F70-9BA9-7FB7-69F9-D7094FB1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CFB88E3-DCB5-74D8-42C7-C8BE31523D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659758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Arrow: Up 7">
            <a:extLst>
              <a:ext uri="{FF2B5EF4-FFF2-40B4-BE49-F238E27FC236}">
                <a16:creationId xmlns:a16="http://schemas.microsoft.com/office/drawing/2014/main" id="{5C7A4CEB-BC2C-D22F-3A40-3AB0928C2F87}"/>
              </a:ext>
            </a:extLst>
          </p:cNvPr>
          <p:cNvSpPr/>
          <p:nvPr/>
        </p:nvSpPr>
        <p:spPr>
          <a:xfrm>
            <a:off x="5838002" y="3251351"/>
            <a:ext cx="515993" cy="1041722"/>
          </a:xfrm>
          <a:prstGeom prst="upArrow">
            <a:avLst/>
          </a:prstGeom>
          <a:solidFill>
            <a:srgbClr val="FF0000">
              <a:alpha val="25098"/>
            </a:srgbClr>
          </a:solidFill>
          <a:ln>
            <a:solidFill>
              <a:srgbClr val="042433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AD824-B86A-3934-2889-752BF9A726ED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E17FA1-833E-8E61-8898-ACDE386E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4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D59E534A-D1D3-21D4-143E-464E53789FEA}"/>
              </a:ext>
            </a:extLst>
          </p:cNvPr>
          <p:cNvSpPr/>
          <p:nvPr/>
        </p:nvSpPr>
        <p:spPr>
          <a:xfrm rot="7441274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58E1D-9683-9F9E-ED27-E89E6100A39F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44699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6ADD-844B-A797-3448-53AADBD8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3907758-9591-403F-1D00-DA362DC63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174180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FEDF21-9446-FCA8-1E50-A57F9537A4FB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0D60BA-2A2D-4F1A-6787-78B01842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5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C7CCF3BA-ADDA-D072-EC34-80C8F495782B}"/>
              </a:ext>
            </a:extLst>
          </p:cNvPr>
          <p:cNvSpPr/>
          <p:nvPr/>
        </p:nvSpPr>
        <p:spPr>
          <a:xfrm rot="14487982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553EAF45-B6D7-FEB3-1EA1-528F977362F7}"/>
              </a:ext>
            </a:extLst>
          </p:cNvPr>
          <p:cNvSpPr/>
          <p:nvPr/>
        </p:nvSpPr>
        <p:spPr>
          <a:xfrm rot="5400000" flipH="1">
            <a:off x="753187" y="2050808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C51261-9E7B-D4E4-655F-977BD7A98CFA}"/>
              </a:ext>
            </a:extLst>
          </p:cNvPr>
          <p:cNvSpPr/>
          <p:nvPr/>
        </p:nvSpPr>
        <p:spPr>
          <a:xfrm>
            <a:off x="563209" y="1744756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2|0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9E4B6-52E3-C02B-EC3C-C9F5FB4A66B0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4278962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A7023-F371-E406-B9D9-CDF6E8D3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8387EF6-F515-B14C-49D0-72E03F90C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491867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A7DD9F-6AB9-533D-9B3E-B373841C0EC6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32E18-C12F-FC26-825E-E5F9B915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6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ED5DAD01-01C8-1A48-27A7-BCB741F602E1}"/>
              </a:ext>
            </a:extLst>
          </p:cNvPr>
          <p:cNvSpPr/>
          <p:nvPr/>
        </p:nvSpPr>
        <p:spPr>
          <a:xfrm rot="14487982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F7F29-3F80-BB10-BD01-8771158F68EE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427087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94DF0-E353-5853-8949-1EC7F41C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42C699-A5CE-0F3F-B1D1-0C7AFF48A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882277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61E6D1-5D2C-862B-4A26-B8A150F85889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3D5F59-6B29-9074-CE31-F3CEC389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7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E90B1929-0681-781E-7183-C0ACC807130E}"/>
              </a:ext>
            </a:extLst>
          </p:cNvPr>
          <p:cNvSpPr/>
          <p:nvPr/>
        </p:nvSpPr>
        <p:spPr>
          <a:xfrm rot="14487982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7CDDB-B870-0080-E306-67F62AEB9BAB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381891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2646-D59D-9F05-566F-3E0E02CC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978F66-24EE-1331-D83C-F002ADE27A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664013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F96AA4-9913-1E6D-DB6B-A9E24FE2FE48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89266-919B-71B9-B605-6923973B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8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6F84784-9C3B-C035-980F-061149308A6D}"/>
              </a:ext>
            </a:extLst>
          </p:cNvPr>
          <p:cNvSpPr/>
          <p:nvPr/>
        </p:nvSpPr>
        <p:spPr>
          <a:xfrm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51B0BDA6-EB3D-0AA4-8D29-DDF77A1D1B59}"/>
              </a:ext>
            </a:extLst>
          </p:cNvPr>
          <p:cNvSpPr/>
          <p:nvPr/>
        </p:nvSpPr>
        <p:spPr>
          <a:xfrm rot="4131784" flipH="1">
            <a:off x="2136597" y="308638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C34D2B-75FD-2152-83C4-25482561BC6D}"/>
              </a:ext>
            </a:extLst>
          </p:cNvPr>
          <p:cNvSpPr/>
          <p:nvPr/>
        </p:nvSpPr>
        <p:spPr>
          <a:xfrm>
            <a:off x="1370162" y="525185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3|0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B81C1-1113-0228-EB0C-602EF4255746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279671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763AD-8DBA-B89D-1BD5-54F420B4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Up 2">
            <a:extLst>
              <a:ext uri="{FF2B5EF4-FFF2-40B4-BE49-F238E27FC236}">
                <a16:creationId xmlns:a16="http://schemas.microsoft.com/office/drawing/2014/main" id="{CA13ED8E-AD6D-B9D7-3F68-F554E9733653}"/>
              </a:ext>
            </a:extLst>
          </p:cNvPr>
          <p:cNvSpPr/>
          <p:nvPr/>
        </p:nvSpPr>
        <p:spPr>
          <a:xfrm rot="7460226">
            <a:off x="5838002" y="3251351"/>
            <a:ext cx="515993" cy="1041722"/>
          </a:xfrm>
          <a:prstGeom prst="upArrow">
            <a:avLst/>
          </a:prstGeom>
          <a:solidFill>
            <a:srgbClr val="FF0000">
              <a:alpha val="25098"/>
            </a:srgbClr>
          </a:solidFill>
          <a:ln>
            <a:solidFill>
              <a:srgbClr val="042433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0442E2A3-EFF7-DA6F-5A32-AE538D6341FF}"/>
              </a:ext>
            </a:extLst>
          </p:cNvPr>
          <p:cNvSpPr/>
          <p:nvPr/>
        </p:nvSpPr>
        <p:spPr>
          <a:xfrm rot="14740118">
            <a:off x="5838001" y="3266954"/>
            <a:ext cx="515993" cy="1041722"/>
          </a:xfrm>
          <a:prstGeom prst="upArrow">
            <a:avLst/>
          </a:prstGeom>
          <a:solidFill>
            <a:srgbClr val="FF0000">
              <a:alpha val="25098"/>
            </a:srgbClr>
          </a:solidFill>
          <a:ln>
            <a:solidFill>
              <a:srgbClr val="042433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EFE1D11-4BCD-AB76-0A11-34B791DD1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6413237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74DBE4-03D2-75B5-F507-7F571773BA3B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D0D2B4-B3D9-B441-725E-C91CDEC0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8B9D-E898-48AF-BB7F-A293C4A4507E}" type="slidenum">
              <a:rPr lang="en-US" sz="6600" smtClean="0"/>
              <a:t>9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A687F2D3-DC54-4064-7DBB-E126DAEF0A4B}"/>
              </a:ext>
            </a:extLst>
          </p:cNvPr>
          <p:cNvSpPr/>
          <p:nvPr/>
        </p:nvSpPr>
        <p:spPr>
          <a:xfrm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2DBD1F9F-F93F-FBF2-CC23-E3E2C0100F77}"/>
              </a:ext>
            </a:extLst>
          </p:cNvPr>
          <p:cNvSpPr/>
          <p:nvPr/>
        </p:nvSpPr>
        <p:spPr>
          <a:xfrm rot="4131784" flipH="1">
            <a:off x="2136597" y="308638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64EF04-6CC5-9D28-B9A5-ABE48B249418}"/>
              </a:ext>
            </a:extLst>
          </p:cNvPr>
          <p:cNvSpPr/>
          <p:nvPr/>
        </p:nvSpPr>
        <p:spPr>
          <a:xfrm>
            <a:off x="1370162" y="525185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4|0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E49DC-258B-8D2F-0AD5-FBB68089DA97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59495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E0EBC-1E4D-068A-694A-EE3079C9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550FA8-2041-1B96-31DB-E4042CC1F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065184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E0817E-16CD-B840-3B80-DABF8B0316D7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E9A543A2-C42D-EBE3-EE8A-45A2C9878BD2}"/>
              </a:ext>
            </a:extLst>
          </p:cNvPr>
          <p:cNvSpPr/>
          <p:nvPr/>
        </p:nvSpPr>
        <p:spPr>
          <a:xfrm rot="7443882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Circular 6">
            <a:extLst>
              <a:ext uri="{FF2B5EF4-FFF2-40B4-BE49-F238E27FC236}">
                <a16:creationId xmlns:a16="http://schemas.microsoft.com/office/drawing/2014/main" id="{FBDDA4F3-EC64-3459-003A-B64A932AC66F}"/>
              </a:ext>
            </a:extLst>
          </p:cNvPr>
          <p:cNvSpPr/>
          <p:nvPr/>
        </p:nvSpPr>
        <p:spPr>
          <a:xfrm rot="16380322">
            <a:off x="7719551" y="2077929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DEA8AF-DF04-F87C-FFD7-159D20979C97}"/>
              </a:ext>
            </a:extLst>
          </p:cNvPr>
          <p:cNvSpPr/>
          <p:nvPr/>
        </p:nvSpPr>
        <p:spPr>
          <a:xfrm>
            <a:off x="9755204" y="1870637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0|0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595714F-BB6E-E689-B4E0-252AAA7E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10</a:t>
            </a:fld>
            <a:endParaRPr lang="en-US" sz="6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84012-76E8-A189-3D43-33311182FE92}"/>
              </a:ext>
            </a:extLst>
          </p:cNvPr>
          <p:cNvSpPr txBox="1"/>
          <p:nvPr/>
        </p:nvSpPr>
        <p:spPr>
          <a:xfrm>
            <a:off x="7361113" y="136526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89352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C83C-3C06-684E-C9FD-7D359C79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A7C38D-5FED-0192-E5D9-79CAEC679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7254899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BB3F18-C9A3-F39B-2C78-851ED1439BE6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2929215E-063D-0170-52C3-2148E068A413}"/>
              </a:ext>
            </a:extLst>
          </p:cNvPr>
          <p:cNvSpPr/>
          <p:nvPr/>
        </p:nvSpPr>
        <p:spPr>
          <a:xfrm rot="7443882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F98FDF4-7050-4F2E-B8B4-A67DDB9D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11</a:t>
            </a:fld>
            <a:endParaRPr lang="en-US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F2B55-1437-1AB8-2E3E-8F78C194650D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4075849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4CB0-44F1-4758-8244-6EBD40ED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6DA589B-F16D-BA8C-96BE-DA6AE14EC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6570089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20FE13-3285-24D2-FC34-AB4AAD53171E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ACAEFBF-A3C6-9B23-259A-DF403FEF8036}"/>
              </a:ext>
            </a:extLst>
          </p:cNvPr>
          <p:cNvSpPr/>
          <p:nvPr/>
        </p:nvSpPr>
        <p:spPr>
          <a:xfrm rot="14230733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ircular 2">
            <a:extLst>
              <a:ext uri="{FF2B5EF4-FFF2-40B4-BE49-F238E27FC236}">
                <a16:creationId xmlns:a16="http://schemas.microsoft.com/office/drawing/2014/main" id="{57605708-5EC2-206F-EEA1-F9DD05359E44}"/>
              </a:ext>
            </a:extLst>
          </p:cNvPr>
          <p:cNvSpPr/>
          <p:nvPr/>
        </p:nvSpPr>
        <p:spPr>
          <a:xfrm rot="5400000" flipH="1">
            <a:off x="753187" y="2050808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12A946-E838-0781-3E8F-CC174E854F7C}"/>
              </a:ext>
            </a:extLst>
          </p:cNvPr>
          <p:cNvSpPr/>
          <p:nvPr/>
        </p:nvSpPr>
        <p:spPr>
          <a:xfrm>
            <a:off x="563209" y="1744756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1|0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41CA993-1480-14DA-0D60-F0F51933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12</a:t>
            </a:fld>
            <a:endParaRPr lang="en-US" sz="6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48ACD-F070-7430-B702-427B52EA550C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3286444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978E-3784-2B57-DD86-1B6BFDD2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9196BD-3142-5264-1D25-E3CC7FBBB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1102727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8FD6B0-4E9F-0C0A-A567-D1A55CC3435F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2D53B06-961D-9C45-B3E4-5CDE80D05A20}"/>
              </a:ext>
            </a:extLst>
          </p:cNvPr>
          <p:cNvSpPr/>
          <p:nvPr/>
        </p:nvSpPr>
        <p:spPr>
          <a:xfrm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3A7FBAA-0648-8909-8F06-81D89249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13</a:t>
            </a:fld>
            <a:endParaRPr lang="en-US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B5D4B-5BBD-BA1C-2B5B-32C81137217B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218402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9FEA-74F7-2798-BA49-98201CA5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4BD8CD-00F1-55B0-6850-7371DD64EEB4}"/>
              </a:ext>
            </a:extLst>
          </p:cNvPr>
          <p:cNvGraphicFramePr/>
          <p:nvPr/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CF3652-2797-426B-E128-434390BBB681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95693431-4990-626C-8D4A-0788A161336F}"/>
              </a:ext>
            </a:extLst>
          </p:cNvPr>
          <p:cNvSpPr/>
          <p:nvPr/>
        </p:nvSpPr>
        <p:spPr>
          <a:xfrm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150ED90-80F6-EF45-8062-0ADBE14F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14</a:t>
            </a:fld>
            <a:endParaRPr lang="en-US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3A0B7-AA1C-D9D7-4A2B-636865DB1E36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63057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B4A4-9BF6-99EC-7AB0-6746B04C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DB0C8B3-988F-056D-5C39-6688378EFACC}"/>
              </a:ext>
            </a:extLst>
          </p:cNvPr>
          <p:cNvGraphicFramePr/>
          <p:nvPr/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71780DD-CBCB-E711-3B06-78BD0AA48418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8825D18E-221A-2FAD-8024-FAC71D43819D}"/>
              </a:ext>
            </a:extLst>
          </p:cNvPr>
          <p:cNvSpPr/>
          <p:nvPr/>
        </p:nvSpPr>
        <p:spPr>
          <a:xfrm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2500A51-CE3C-DE39-846B-496EE02F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15</a:t>
            </a:fld>
            <a:endParaRPr lang="en-US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0E3E4-52D6-96BB-4C1A-ADDF64D43646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582275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9DD2-C2EB-BF05-E588-6C4DED8F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Up 2">
            <a:extLst>
              <a:ext uri="{FF2B5EF4-FFF2-40B4-BE49-F238E27FC236}">
                <a16:creationId xmlns:a16="http://schemas.microsoft.com/office/drawing/2014/main" id="{E5C532D1-EF1F-1D38-D07A-DF98AFA93528}"/>
              </a:ext>
            </a:extLst>
          </p:cNvPr>
          <p:cNvSpPr/>
          <p:nvPr/>
        </p:nvSpPr>
        <p:spPr>
          <a:xfrm rot="7460226">
            <a:off x="5838002" y="3251351"/>
            <a:ext cx="515993" cy="1041722"/>
          </a:xfrm>
          <a:prstGeom prst="upArrow">
            <a:avLst/>
          </a:prstGeom>
          <a:solidFill>
            <a:srgbClr val="FF0000">
              <a:alpha val="25098"/>
            </a:srgbClr>
          </a:solidFill>
          <a:ln>
            <a:solidFill>
              <a:srgbClr val="042433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2878DA6-0653-1FD2-07E8-E2736243B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0529515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8B1D7D-2042-238D-85E2-AEA998276A2D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33D05D6B-AB52-946E-E765-3FFB3A529D41}"/>
              </a:ext>
            </a:extLst>
          </p:cNvPr>
          <p:cNvSpPr/>
          <p:nvPr/>
        </p:nvSpPr>
        <p:spPr>
          <a:xfrm rot="13998790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Circular 6">
            <a:extLst>
              <a:ext uri="{FF2B5EF4-FFF2-40B4-BE49-F238E27FC236}">
                <a16:creationId xmlns:a16="http://schemas.microsoft.com/office/drawing/2014/main" id="{65885B38-9594-96CA-B644-5805D079EA41}"/>
              </a:ext>
            </a:extLst>
          </p:cNvPr>
          <p:cNvSpPr/>
          <p:nvPr/>
        </p:nvSpPr>
        <p:spPr>
          <a:xfrm rot="5400000" flipH="1">
            <a:off x="753187" y="2050808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1CE8B5-0ED6-B2F1-094A-0CE6BB721D07}"/>
              </a:ext>
            </a:extLst>
          </p:cNvPr>
          <p:cNvSpPr/>
          <p:nvPr/>
        </p:nvSpPr>
        <p:spPr>
          <a:xfrm>
            <a:off x="563209" y="1744756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0|0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C64220EA-750B-5C63-E010-53994A7E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16</a:t>
            </a:fld>
            <a:endParaRPr lang="en-US" sz="6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19CBC-C60B-191B-6B98-D2D88D182835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531469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38BC-6101-0FDF-1CEC-5F0FACFB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B176A04-959A-D767-C3EF-9B61FCEB4E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4559538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Up 6">
            <a:extLst>
              <a:ext uri="{FF2B5EF4-FFF2-40B4-BE49-F238E27FC236}">
                <a16:creationId xmlns:a16="http://schemas.microsoft.com/office/drawing/2014/main" id="{0E7D1EB5-670A-7B88-2C85-08405FC3EDE0}"/>
              </a:ext>
            </a:extLst>
          </p:cNvPr>
          <p:cNvSpPr/>
          <p:nvPr/>
        </p:nvSpPr>
        <p:spPr>
          <a:xfrm>
            <a:off x="5838001" y="3240266"/>
            <a:ext cx="515993" cy="1041722"/>
          </a:xfrm>
          <a:prstGeom prst="upArrow">
            <a:avLst/>
          </a:prstGeom>
          <a:solidFill>
            <a:srgbClr val="FF0000">
              <a:alpha val="25098"/>
            </a:srgbClr>
          </a:solidFill>
          <a:ln>
            <a:solidFill>
              <a:srgbClr val="042433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9E608-1296-3232-1176-307DA4FFCC47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21316E-0184-71B2-889E-EBCE3F78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17</a:t>
            </a:fld>
            <a:endParaRPr lang="en-US" sz="66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B6476E85-F0B3-84C1-1635-EDA1A01BF5EB}"/>
              </a:ext>
            </a:extLst>
          </p:cNvPr>
          <p:cNvSpPr/>
          <p:nvPr/>
        </p:nvSpPr>
        <p:spPr>
          <a:xfrm rot="7564477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86323D-36A5-B835-7C76-4AEF831BB727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4000795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09E66-4533-A3B1-BDED-A94093EF4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C29EF8-AD15-CDC8-C3BF-4C144D732A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3076039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203523-728E-9204-2E55-E9D69B2FA965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7608F3F1-A73A-CE54-C977-C573406CCF30}"/>
              </a:ext>
            </a:extLst>
          </p:cNvPr>
          <p:cNvSpPr/>
          <p:nvPr/>
        </p:nvSpPr>
        <p:spPr>
          <a:xfrm rot="13998790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Circular 6">
            <a:extLst>
              <a:ext uri="{FF2B5EF4-FFF2-40B4-BE49-F238E27FC236}">
                <a16:creationId xmlns:a16="http://schemas.microsoft.com/office/drawing/2014/main" id="{C39A33A2-8281-E055-D149-0FDAF262F96D}"/>
              </a:ext>
            </a:extLst>
          </p:cNvPr>
          <p:cNvSpPr/>
          <p:nvPr/>
        </p:nvSpPr>
        <p:spPr>
          <a:xfrm rot="5400000" flipH="1">
            <a:off x="753187" y="2050808"/>
            <a:ext cx="3667841" cy="4385036"/>
          </a:xfrm>
          <a:prstGeom prst="circularArrow">
            <a:avLst>
              <a:gd name="adj1" fmla="val 6617"/>
              <a:gd name="adj2" fmla="val 1007928"/>
              <a:gd name="adj3" fmla="val 20484370"/>
              <a:gd name="adj4" fmla="val 17286257"/>
              <a:gd name="adj5" fmla="val 10327"/>
            </a:avLst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58EAE2-55B0-7A85-50DB-521DE1CCD098}"/>
              </a:ext>
            </a:extLst>
          </p:cNvPr>
          <p:cNvSpPr/>
          <p:nvPr/>
        </p:nvSpPr>
        <p:spPr>
          <a:xfrm>
            <a:off x="563209" y="1744756"/>
            <a:ext cx="2023898" cy="2023898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000000">
                <a:alpha val="2509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1|0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8454EA9-28CD-A81A-06BD-A74AADD2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18</a:t>
            </a:fld>
            <a:endParaRPr lang="en-US" sz="6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4F2FC-330A-D960-01B6-E813ED349516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129326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AF7A-2339-F285-8030-BA872FD3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D14D38D-3D6B-2D28-09B9-492AD9B06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5915701"/>
              </p:ext>
            </p:extLst>
          </p:nvPr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6BEAF0-4B1C-CB81-A467-BFF7BF9FA12E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D07D5479-789D-61F9-4A8C-B8E5915E5A9C}"/>
              </a:ext>
            </a:extLst>
          </p:cNvPr>
          <p:cNvSpPr/>
          <p:nvPr/>
        </p:nvSpPr>
        <p:spPr>
          <a:xfrm rot="13998790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A9C5186E-B190-549D-96C2-ECFB536D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19</a:t>
            </a:fld>
            <a:endParaRPr lang="en-US" sz="6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335A5-A913-65C7-916B-2F7D85CC7BB8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092301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3B3C-5C25-2F51-52BD-3DB54291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6768053-5C66-38E9-8DE8-7846CF6BB61D}"/>
              </a:ext>
            </a:extLst>
          </p:cNvPr>
          <p:cNvGraphicFramePr/>
          <p:nvPr/>
        </p:nvGraphicFramePr>
        <p:xfrm>
          <a:off x="2496820" y="1180617"/>
          <a:ext cx="7198360" cy="4496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20E7D7-09CB-2BBF-DE9E-023778874F62}"/>
              </a:ext>
            </a:extLst>
          </p:cNvPr>
          <p:cNvSpPr txBox="1"/>
          <p:nvPr/>
        </p:nvSpPr>
        <p:spPr>
          <a:xfrm>
            <a:off x="10081678" y="6077247"/>
            <a:ext cx="1141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i</a:t>
            </a:r>
            <a:r>
              <a:rPr lang="en-US" sz="5400" dirty="0"/>
              <a:t> =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D7867C24-23FC-EB9D-9785-BFD6B731B9CE}"/>
              </a:ext>
            </a:extLst>
          </p:cNvPr>
          <p:cNvSpPr/>
          <p:nvPr/>
        </p:nvSpPr>
        <p:spPr>
          <a:xfrm rot="13998790">
            <a:off x="5838003" y="3266955"/>
            <a:ext cx="515993" cy="104172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AC6313C2-3D72-0C38-79CE-84602030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7000" y="6356349"/>
            <a:ext cx="2743200" cy="365125"/>
          </a:xfrm>
        </p:spPr>
        <p:txBody>
          <a:bodyPr/>
          <a:lstStyle/>
          <a:p>
            <a:fld id="{FF928B9D-E898-48AF-BB7F-A293C4A4507E}" type="slidenum">
              <a:rPr lang="en-US" sz="6600" smtClean="0"/>
              <a:t>20</a:t>
            </a:fld>
            <a:endParaRPr lang="en-US" sz="6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CF9D38-6F77-B7E3-A1DE-267CE384EEA8}"/>
              </a:ext>
            </a:extLst>
          </p:cNvPr>
          <p:cNvSpPr txBox="1"/>
          <p:nvPr/>
        </p:nvSpPr>
        <p:spPr>
          <a:xfrm>
            <a:off x="8329914" y="136525"/>
            <a:ext cx="386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Yellow/orange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Purple = second change</a:t>
            </a:r>
          </a:p>
          <a:p>
            <a:r>
              <a:rPr lang="en-US" dirty="0"/>
              <a:t>Red = page ejected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2369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EBA9-AD60-200F-C43C-4097AA8D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06411B-503D-DAFF-B2CE-02A74594F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33646"/>
              </p:ext>
            </p:extLst>
          </p:nvPr>
        </p:nvGraphicFramePr>
        <p:xfrm>
          <a:off x="0" y="2183922"/>
          <a:ext cx="12192000" cy="2490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5901824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73245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068037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195625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513191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3903933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796167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958449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916635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231489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864496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331545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299422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447373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520816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958231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4743003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779380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845256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74689019"/>
                    </a:ext>
                  </a:extLst>
                </a:gridCol>
              </a:tblGrid>
              <a:tr h="830052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522873"/>
                  </a:ext>
                </a:extLst>
              </a:tr>
              <a:tr h="830052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009019"/>
                  </a:ext>
                </a:extLst>
              </a:tr>
              <a:tr h="830052"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4|1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4|2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2|3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99016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7DCEE68-8C06-563B-8BB9-624E567F9EA7}"/>
              </a:ext>
            </a:extLst>
          </p:cNvPr>
          <p:cNvSpPr txBox="1"/>
          <p:nvPr/>
        </p:nvSpPr>
        <p:spPr>
          <a:xfrm>
            <a:off x="925975" y="104173"/>
            <a:ext cx="38620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KEY</a:t>
            </a:r>
            <a:r>
              <a:rPr lang="en-US" dirty="0"/>
              <a:t>:</a:t>
            </a:r>
          </a:p>
          <a:p>
            <a:r>
              <a:rPr lang="en-US" b="1" dirty="0" err="1"/>
              <a:t>page_number</a:t>
            </a:r>
            <a:r>
              <a:rPr lang="en-US" b="1" dirty="0"/>
              <a:t> |</a:t>
            </a:r>
            <a:r>
              <a:rPr lang="en-US" dirty="0"/>
              <a:t> </a:t>
            </a:r>
            <a:r>
              <a:rPr lang="en-US" dirty="0" err="1"/>
              <a:t>reference_number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Yellow = page miss</a:t>
            </a:r>
          </a:p>
          <a:p>
            <a:r>
              <a:rPr lang="en-US" dirty="0"/>
              <a:t>Green = page hit</a:t>
            </a:r>
          </a:p>
          <a:p>
            <a:r>
              <a:rPr lang="en-US" dirty="0"/>
              <a:t>Total page requests: 20</a:t>
            </a:r>
          </a:p>
        </p:txBody>
      </p:sp>
    </p:spTree>
    <p:extLst>
      <p:ext uri="{BB962C8B-B14F-4D97-AF65-F5344CB8AC3E}">
        <p14:creationId xmlns:p14="http://schemas.microsoft.com/office/powerpoint/2010/main" val="124340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843</Words>
  <Application>Microsoft Office PowerPoint</Application>
  <PresentationFormat>Widescreen</PresentationFormat>
  <Paragraphs>327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Romeo Gabriel Perlstein</dc:creator>
  <cp:lastModifiedBy>Romeo Gabriel Perlstein</cp:lastModifiedBy>
  <cp:revision>6</cp:revision>
  <dcterms:created xsi:type="dcterms:W3CDTF">2026-04-15T01:56:13Z</dcterms:created>
  <dcterms:modified xsi:type="dcterms:W3CDTF">2026-04-16T02:19:15Z</dcterms:modified>
</cp:coreProperties>
</file>