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61" r:id="rId4"/>
    <p:sldId id="257" r:id="rId5"/>
    <p:sldId id="258" r:id="rId6"/>
    <p:sldId id="259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90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3109FA-B8FA-94E6-34F1-489540F415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E4EB95-E985-4625-5C72-789E94E0B1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E35100-7DE9-B63C-9002-DCFE5DFB1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161E5-5842-431F-BF15-93C1CF6FA822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F000C4-1D37-3173-930D-DA3B24892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321CBA-F666-E8DC-14E1-78F76E673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FCB64-537E-47B6-A431-39DE290689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9126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208C8-B73C-55F5-275F-E6F5EBE54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F9A709-936F-16F8-5674-33E195B308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E38A91-D0C7-7FC0-1347-499B3039B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161E5-5842-431F-BF15-93C1CF6FA822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4C2DC9-A2A7-8320-C550-68E38B53A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8DBF87-A8D2-9CDE-6A20-57201F319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FCB64-537E-47B6-A431-39DE290689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8356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9E2ED-B0B4-18C5-DEBA-72E03DC5E8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3B87EF-C1E7-75D7-0481-81627146E8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78AE06-73F2-34B5-F27D-CE31B2A02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161E5-5842-431F-BF15-93C1CF6FA822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457C18-E62A-51A3-AE9D-CA517B87E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48EDBA-3450-C8B2-6963-06854C43F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FCB64-537E-47B6-A431-39DE290689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9740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7F33AD-C43A-A757-1F3B-9727DA27A3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DEC818-861F-B39F-3D53-31D77F20FD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7D5A09-A669-23A2-98FF-1C0851E35C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90DAAD-58A4-F53E-E9CE-416E5461C0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161E5-5842-431F-BF15-93C1CF6FA822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A7D3C0-5A80-7315-A443-95137C162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9F2790-4C17-5AE1-E35C-EB046DC3B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FCB64-537E-47B6-A431-39DE290689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1746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703782-043C-868E-6CC6-A95CB91C3A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64175-78D4-493A-1DB8-99BB86AD3F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A39A95-36FC-8CE1-ED6D-66AA0E3588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B79E54-2C5C-254A-61A8-F577237B29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BC5B16-43E8-D400-2BE7-71C298B2B8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9ED1206-A3A0-472E-ADC8-C1C245A03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161E5-5842-431F-BF15-93C1CF6FA822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74FE441-2190-3894-8613-AF9EF6A19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5ADFB4-90B6-9C7E-60FC-8DC0B7EA7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FCB64-537E-47B6-A431-39DE290689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844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5D293-132D-B63E-050F-FAC01E63C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C678B3-C8F7-9057-B762-A7FD4D5890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161E5-5842-431F-BF15-93C1CF6FA822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A1680C-2BE7-68D9-7E45-463A9ADFD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CCD2C3-2898-6FF5-D422-E0C372618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FCB64-537E-47B6-A431-39DE290689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74557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2E3F583-7141-01D7-A378-2832B7AD7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161E5-5842-431F-BF15-93C1CF6FA822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82D985-301B-7AA8-B3EE-E036791C1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1E61F8-4200-BEA4-7AFC-67AAB0DC2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FCB64-537E-47B6-A431-39DE290689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1533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8B6F3-7A24-1783-C0E7-FA859520FD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F8D276-05C9-BD41-429E-8D64EE8DBC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84ECEA-0580-53DB-FA21-2257FCA3F2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29C090-D9A6-F24F-65DA-E8D3D17C3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161E5-5842-431F-BF15-93C1CF6FA822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2AB16C-09B4-C0E7-B204-EDFA4717DE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602700-3C30-AB7F-A6DB-A229EECE0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FCB64-537E-47B6-A431-39DE290689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0141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7E702-E851-DF8E-4194-B54F159DFC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90ACC7-2F96-ACAF-6799-8FFEA7CADA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B6D5B0-D5BC-E4BE-E5FA-46D3A239EA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2458C7-6BE8-C7AE-5DD2-027C055B5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161E5-5842-431F-BF15-93C1CF6FA822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BEBA5F-876D-82C8-CB5A-F70A4DEB81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3FCA99-76B4-645D-0C72-10AFB31A9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FCB64-537E-47B6-A431-39DE290689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54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7F8D8-1144-157C-7659-43BACDEA61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43C85A-1F22-1436-C553-8DC87AE1B1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7EA358-3957-B886-96A7-14910AF132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161E5-5842-431F-BF15-93C1CF6FA822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4B391B-B2FB-C309-2E78-9ED6D3C97F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9BDAF4-161B-A442-5CE9-02093708D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FCB64-537E-47B6-A431-39DE290689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4014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59A03BB-498B-C8B8-E33A-CE7BC369FF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782623-4765-77E3-7406-84826E1D4C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A18EE1-18AA-7A09-1EDC-09DDA2CC7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161E5-5842-431F-BF15-93C1CF6FA822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7F5801-38C0-BEEA-B9D9-1F6F3DD8F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2A47ED-2F8B-3982-8FA6-AC24C53FB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FCB64-537E-47B6-A431-39DE290689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126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21DCE5-693A-0F19-9C3A-A917BBA99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E25568-0035-3B1E-0BF1-55DAB05BF9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A05309-87D3-F59E-6E96-0D816066E3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D161E5-5842-431F-BF15-93C1CF6FA822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301E35-05CB-021C-2592-DA5277E7DB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A8D461-2382-414F-7323-F10F0BE5F7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4FCB64-537E-47B6-A431-39DE290689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1120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7ADD9-2CAD-BA83-FBD9-5FBC7785CD3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BullDussSee</a:t>
            </a:r>
            <a:br>
              <a:rPr lang="en-US" dirty="0"/>
            </a:br>
            <a:r>
              <a:rPr lang="en-US" dirty="0"/>
              <a:t>real-time position and velocity control of a brushless DC motor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15894D-4BF9-F108-7AC5-0A08971679B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Romeo Perlstein</a:t>
            </a:r>
          </a:p>
        </p:txBody>
      </p:sp>
    </p:spTree>
    <p:extLst>
      <p:ext uri="{BB962C8B-B14F-4D97-AF65-F5344CB8AC3E}">
        <p14:creationId xmlns:p14="http://schemas.microsoft.com/office/powerpoint/2010/main" val="29303591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35C59-9E26-5798-686F-90F8C6EFF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230843-345A-895D-6C79-9FE5F80210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9531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77DF9-AED3-B923-CEE4-F9E10B4071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DF77D2-222C-524D-E1C6-D8AF789800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6230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5C4F5-8582-133D-4862-EA39B80AD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E2960-59CD-DF9C-733E-C6EF63E86D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6287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51D0E-C832-C317-197C-1F1DC2963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Wiring 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0198A7-815B-D7D3-8D33-447B2CC737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7282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5C7FBD-24C9-AD13-5634-7199C323C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Operational Parameters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EC9093-4C7A-9871-410D-67C230E4AF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PWM frequency: 20kHz !</a:t>
            </a:r>
          </a:p>
          <a:p>
            <a:r>
              <a:rPr lang="en-US" dirty="0"/>
              <a:t>PID Control loop: 1kHz</a:t>
            </a:r>
          </a:p>
        </p:txBody>
      </p:sp>
    </p:spTree>
    <p:extLst>
      <p:ext uri="{BB962C8B-B14F-4D97-AF65-F5344CB8AC3E}">
        <p14:creationId xmlns:p14="http://schemas.microsoft.com/office/powerpoint/2010/main" val="29847515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991</TotalTime>
  <Words>31</Words>
  <Application>Microsoft Office PowerPoint</Application>
  <PresentationFormat>Widescreen</PresentationFormat>
  <Paragraphs>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BullDussSee real-time position and velocity control of a brushless DC motor</vt:lpstr>
      <vt:lpstr>Overview</vt:lpstr>
      <vt:lpstr>Requirements</vt:lpstr>
      <vt:lpstr>Components</vt:lpstr>
      <vt:lpstr>Wiring Diagram</vt:lpstr>
      <vt:lpstr>Operational Parameters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Romeo Gabriel Perlstein</dc:creator>
  <cp:lastModifiedBy>Romeo Gabriel Perlstein</cp:lastModifiedBy>
  <cp:revision>2</cp:revision>
  <dcterms:created xsi:type="dcterms:W3CDTF">2026-05-10T15:53:36Z</dcterms:created>
  <dcterms:modified xsi:type="dcterms:W3CDTF">2026-05-11T08:25:11Z</dcterms:modified>
</cp:coreProperties>
</file>